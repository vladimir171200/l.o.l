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  <p:sldId id="257" r:id="rId3"/>
    <p:sldId id="258" r:id="rId4"/>
    <p:sldId id="259" r:id="rId5"/>
    <p:sldId id="263" r:id="rId6"/>
    <p:sldId id="260" r:id="rId7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9" d="100"/>
          <a:sy n="79" d="100"/>
        </p:scale>
        <p:origin x="-1469" y="-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олилиния 6"/>
          <p:cNvSpPr>
            <a:spLocks/>
          </p:cNvSpPr>
          <p:nvPr/>
        </p:nvSpPr>
        <p:spPr bwMode="auto">
          <a:xfrm>
            <a:off x="0" y="4752126"/>
            <a:ext cx="9144000" cy="2112962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066"/>
              </a:cxn>
              <a:cxn ang="0">
                <a:pos x="0" y="1331"/>
              </a:cxn>
              <a:cxn ang="0">
                <a:pos x="5760" y="1331"/>
              </a:cxn>
              <a:cxn ang="0">
                <a:pos x="5760" y="0"/>
              </a:cxn>
              <a:cxn ang="0">
                <a:pos x="0" y="1066"/>
              </a:cxn>
            </a:cxnLst>
            <a:rect l="0" t="0" r="0" b="0"/>
            <a:pathLst>
              <a:path w="5760" h="1331">
                <a:moveTo>
                  <a:pt x="0" y="1066"/>
                </a:moveTo>
                <a:lnTo>
                  <a:pt x="0" y="1331"/>
                </a:lnTo>
                <a:lnTo>
                  <a:pt x="5760" y="1331"/>
                </a:lnTo>
                <a:lnTo>
                  <a:pt x="5760" y="0"/>
                </a:lnTo>
                <a:cubicBezTo>
                  <a:pt x="3220" y="1206"/>
                  <a:pt x="2250" y="1146"/>
                  <a:pt x="0" y="1066"/>
                </a:cubicBezTo>
                <a:close/>
              </a:path>
            </a:pathLst>
          </a:custGeom>
          <a:solidFill>
            <a:schemeClr val="bg1">
              <a:tint val="80000"/>
              <a:satMod val="200000"/>
              <a:alpha val="4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44450" dir="16200000" algn="ctr" rotWithShape="0">
              <a:prstClr val="black">
                <a:alpha val="3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8" name="Полилиния 7"/>
          <p:cNvSpPr>
            <a:spLocks/>
          </p:cNvSpPr>
          <p:nvPr/>
        </p:nvSpPr>
        <p:spPr bwMode="auto">
          <a:xfrm>
            <a:off x="6105525" y="0"/>
            <a:ext cx="3038475" cy="6858000"/>
          </a:xfrm>
          <a:custGeom>
            <a:avLst/>
            <a:gdLst>
              <a:gd name="connsiteX0" fmla="*/ 1914 w 1914"/>
              <a:gd name="connsiteY0" fmla="*/ 9 h 4329"/>
              <a:gd name="connsiteX1" fmla="*/ 1914 w 1914"/>
              <a:gd name="connsiteY1" fmla="*/ 4329 h 4329"/>
              <a:gd name="connsiteX2" fmla="*/ 204 w 1914"/>
              <a:gd name="connsiteY2" fmla="*/ 4327 h 4329"/>
              <a:gd name="connsiteX3" fmla="*/ 0 w 1914"/>
              <a:gd name="connsiteY3" fmla="*/ 0 h 4329"/>
              <a:gd name="connsiteX4" fmla="*/ 1914 w 1914"/>
              <a:gd name="connsiteY4" fmla="*/ 9 h 4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4" h="4329">
                <a:moveTo>
                  <a:pt x="1914" y="9"/>
                </a:moveTo>
                <a:lnTo>
                  <a:pt x="1914" y="4329"/>
                </a:lnTo>
                <a:lnTo>
                  <a:pt x="204" y="4327"/>
                </a:lnTo>
                <a:cubicBezTo>
                  <a:pt x="1288" y="3574"/>
                  <a:pt x="1608" y="1590"/>
                  <a:pt x="0" y="0"/>
                </a:cubicBezTo>
                <a:lnTo>
                  <a:pt x="1914" y="9"/>
                </a:lnTo>
                <a:close/>
              </a:path>
            </a:pathLst>
          </a:custGeom>
          <a:solidFill>
            <a:schemeClr val="bg1">
              <a:tint val="90000"/>
              <a:satMod val="350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50800" dir="10800000" algn="ctr" rotWithShape="0">
              <a:prstClr val="black">
                <a:alpha val="4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Заголовок 8"/>
          <p:cNvSpPr>
            <a:spLocks noGrp="1"/>
          </p:cNvSpPr>
          <p:nvPr>
            <p:ph type="ctrTitle"/>
          </p:nvPr>
        </p:nvSpPr>
        <p:spPr>
          <a:xfrm>
            <a:off x="429064" y="3337560"/>
            <a:ext cx="6480048" cy="2301240"/>
          </a:xfrm>
        </p:spPr>
        <p:txBody>
          <a:bodyPr rIns="45720" anchor="t"/>
          <a:lstStyle>
            <a:lvl1pPr algn="r">
              <a:defRPr lang="en-US" b="1" cap="all" baseline="0" dirty="0">
                <a:ln w="5000" cmpd="sng">
                  <a:solidFill>
                    <a:schemeClr val="accent1">
                      <a:tint val="80000"/>
                      <a:shade val="99000"/>
                      <a:satMod val="50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63000"/>
                        <a:satMod val="255000"/>
                      </a:schemeClr>
                    </a:gs>
                    <a:gs pos="9000">
                      <a:schemeClr val="accent1">
                        <a:tint val="63000"/>
                        <a:satMod val="255000"/>
                      </a:schemeClr>
                    </a:gs>
                    <a:gs pos="53000">
                      <a:schemeClr val="accent1">
                        <a:shade val="60000"/>
                        <a:satMod val="100000"/>
                      </a:schemeClr>
                    </a:gs>
                    <a:gs pos="90000">
                      <a:schemeClr val="accent1">
                        <a:tint val="63000"/>
                        <a:satMod val="255000"/>
                      </a:schemeClr>
                    </a:gs>
                    <a:gs pos="100000">
                      <a:schemeClr val="accent1">
                        <a:tint val="63000"/>
                        <a:satMod val="255000"/>
                      </a:schemeClr>
                    </a:gs>
                  </a:gsLst>
                  <a:lin ang="5400000"/>
                </a:gradFill>
                <a:effectLst>
                  <a:outerShdw blurRad="50800" dist="38100" dir="5400000" algn="t" rotWithShape="0">
                    <a:prstClr val="black">
                      <a:alpha val="50000"/>
                    </a:prstClr>
                  </a:outerShdw>
                </a:effectLst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17" name="Подзаголовок 16"/>
          <p:cNvSpPr>
            <a:spLocks noGrp="1"/>
          </p:cNvSpPr>
          <p:nvPr>
            <p:ph type="subTitle" idx="1"/>
          </p:nvPr>
        </p:nvSpPr>
        <p:spPr>
          <a:xfrm>
            <a:off x="433050" y="1544812"/>
            <a:ext cx="6480048" cy="1752600"/>
          </a:xfrm>
        </p:spPr>
        <p:txBody>
          <a:bodyPr tIns="0" rIns="45720" bIns="0" anchor="b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  <a:effectLst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ru-RU" smtClean="0"/>
              <a:t>Образец подзаголовка</a:t>
            </a:r>
            <a:endParaRPr kumimoji="0" lang="en-US"/>
          </a:p>
        </p:txBody>
      </p:sp>
      <p:sp>
        <p:nvSpPr>
          <p:cNvPr id="30" name="Дата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9CB89B-06CD-4C11-A351-657184A462F0}" type="datetimeFigureOut">
              <a:rPr lang="ru-RU" smtClean="0"/>
              <a:pPr/>
              <a:t>04.11.2025</a:t>
            </a:fld>
            <a:endParaRPr lang="ru-RU"/>
          </a:p>
        </p:txBody>
      </p:sp>
      <p:sp>
        <p:nvSpPr>
          <p:cNvPr id="19" name="Нижний колонтитул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7" name="Номер слайда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60C3E-68E5-497E-B36A-0CE69C9E197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9CB89B-06CD-4C11-A351-657184A462F0}" type="datetimeFigureOut">
              <a:rPr lang="ru-RU" smtClean="0"/>
              <a:pPr/>
              <a:t>04.11.2025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60C3E-68E5-497E-B36A-0CE69C9E197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олилиния 6"/>
          <p:cNvSpPr>
            <a:spLocks/>
          </p:cNvSpPr>
          <p:nvPr/>
        </p:nvSpPr>
        <p:spPr bwMode="auto">
          <a:xfrm>
            <a:off x="0" y="4752126"/>
            <a:ext cx="9144000" cy="2112962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066"/>
              </a:cxn>
              <a:cxn ang="0">
                <a:pos x="0" y="1331"/>
              </a:cxn>
              <a:cxn ang="0">
                <a:pos x="5760" y="1331"/>
              </a:cxn>
              <a:cxn ang="0">
                <a:pos x="5760" y="0"/>
              </a:cxn>
              <a:cxn ang="0">
                <a:pos x="0" y="1066"/>
              </a:cxn>
            </a:cxnLst>
            <a:rect l="0" t="0" r="0" b="0"/>
            <a:pathLst>
              <a:path w="5760" h="1331">
                <a:moveTo>
                  <a:pt x="0" y="1066"/>
                </a:moveTo>
                <a:lnTo>
                  <a:pt x="0" y="1331"/>
                </a:lnTo>
                <a:lnTo>
                  <a:pt x="5760" y="1331"/>
                </a:lnTo>
                <a:lnTo>
                  <a:pt x="5760" y="0"/>
                </a:lnTo>
                <a:cubicBezTo>
                  <a:pt x="3220" y="1206"/>
                  <a:pt x="2250" y="1146"/>
                  <a:pt x="0" y="1066"/>
                </a:cubicBezTo>
                <a:close/>
              </a:path>
            </a:pathLst>
          </a:custGeom>
          <a:solidFill>
            <a:schemeClr val="bg1">
              <a:tint val="80000"/>
              <a:satMod val="200000"/>
              <a:alpha val="4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44450" dir="16200000" algn="ctr" rotWithShape="0">
              <a:prstClr val="black">
                <a:alpha val="3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Полилиния 8"/>
          <p:cNvSpPr>
            <a:spLocks/>
          </p:cNvSpPr>
          <p:nvPr/>
        </p:nvSpPr>
        <p:spPr bwMode="auto">
          <a:xfrm>
            <a:off x="6105525" y="0"/>
            <a:ext cx="3038475" cy="6858000"/>
          </a:xfrm>
          <a:custGeom>
            <a:avLst/>
            <a:gdLst>
              <a:gd name="connsiteX0" fmla="*/ 1914 w 1914"/>
              <a:gd name="connsiteY0" fmla="*/ 9 h 4329"/>
              <a:gd name="connsiteX1" fmla="*/ 1914 w 1914"/>
              <a:gd name="connsiteY1" fmla="*/ 4329 h 4329"/>
              <a:gd name="connsiteX2" fmla="*/ 204 w 1914"/>
              <a:gd name="connsiteY2" fmla="*/ 4327 h 4329"/>
              <a:gd name="connsiteX3" fmla="*/ 0 w 1914"/>
              <a:gd name="connsiteY3" fmla="*/ 0 h 4329"/>
              <a:gd name="connsiteX4" fmla="*/ 1914 w 1914"/>
              <a:gd name="connsiteY4" fmla="*/ 9 h 4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4" h="4329">
                <a:moveTo>
                  <a:pt x="1914" y="9"/>
                </a:moveTo>
                <a:lnTo>
                  <a:pt x="1914" y="4329"/>
                </a:lnTo>
                <a:lnTo>
                  <a:pt x="204" y="4327"/>
                </a:lnTo>
                <a:cubicBezTo>
                  <a:pt x="1288" y="3574"/>
                  <a:pt x="1608" y="1590"/>
                  <a:pt x="0" y="0"/>
                </a:cubicBezTo>
                <a:lnTo>
                  <a:pt x="1914" y="9"/>
                </a:lnTo>
                <a:close/>
              </a:path>
            </a:pathLst>
          </a:custGeom>
          <a:solidFill>
            <a:schemeClr val="bg1">
              <a:tint val="90000"/>
              <a:satMod val="350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50800" dir="10800000" algn="ctr" rotWithShape="0">
              <a:prstClr val="black">
                <a:alpha val="4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85800" y="3583837"/>
            <a:ext cx="6629400" cy="1826363"/>
          </a:xfrm>
        </p:spPr>
        <p:txBody>
          <a:bodyPr tIns="0" bIns="0" anchor="t"/>
          <a:lstStyle>
            <a:lvl1pPr algn="l">
              <a:buNone/>
              <a:defRPr sz="4200" b="1" cap="none" baseline="0">
                <a:ln w="5000" cmpd="sng">
                  <a:solidFill>
                    <a:schemeClr val="accent1">
                      <a:tint val="80000"/>
                      <a:shade val="99000"/>
                      <a:satMod val="50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63000"/>
                        <a:satMod val="255000"/>
                      </a:schemeClr>
                    </a:gs>
                    <a:gs pos="9000">
                      <a:schemeClr val="accent1">
                        <a:tint val="63000"/>
                        <a:satMod val="255000"/>
                      </a:schemeClr>
                    </a:gs>
                    <a:gs pos="53000">
                      <a:schemeClr val="accent1">
                        <a:shade val="60000"/>
                        <a:satMod val="100000"/>
                      </a:schemeClr>
                    </a:gs>
                    <a:gs pos="90000">
                      <a:schemeClr val="accent1">
                        <a:tint val="63000"/>
                        <a:satMod val="255000"/>
                      </a:schemeClr>
                    </a:gs>
                    <a:gs pos="100000">
                      <a:schemeClr val="accent1">
                        <a:tint val="63000"/>
                        <a:satMod val="255000"/>
                      </a:schemeClr>
                    </a:gs>
                  </a:gsLst>
                  <a:lin ang="5400000"/>
                </a:gradFill>
                <a:effectLst>
                  <a:outerShdw blurRad="50800" dist="38100" dir="5400000" algn="t" rotWithShape="0">
                    <a:prstClr val="black">
                      <a:alpha val="50000"/>
                    </a:prstClr>
                  </a:outerShdw>
                </a:effectLst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685800" y="2485800"/>
            <a:ext cx="6629400" cy="1066688"/>
          </a:xfrm>
        </p:spPr>
        <p:txBody>
          <a:bodyPr lIns="45720" tIns="0" rIns="45720" bIns="0" anchor="b"/>
          <a:lstStyle>
            <a:lvl1pPr marL="0" indent="0" algn="l">
              <a:buNone/>
              <a:defRPr sz="2000">
                <a:solidFill>
                  <a:schemeClr val="tx1"/>
                </a:solidFill>
                <a:effectLst/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9CB89B-06CD-4C11-A351-657184A462F0}" type="datetimeFigureOut">
              <a:rPr lang="ru-RU" smtClean="0"/>
              <a:pPr/>
              <a:t>04.11.2025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60C3E-68E5-497E-B36A-0CE69C9E197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</p:spPr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3657600" cy="4525963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267200" y="1600200"/>
            <a:ext cx="3657600" cy="4525963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9CB89B-06CD-4C11-A351-657184A462F0}" type="datetimeFigureOut">
              <a:rPr lang="ru-RU" smtClean="0"/>
              <a:pPr/>
              <a:t>04.11.2025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60C3E-68E5-497E-B36A-0CE69C9E197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5486400"/>
            <a:ext cx="4040188" cy="838200"/>
          </a:xfrm>
        </p:spPr>
        <p:txBody>
          <a:bodyPr anchor="t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3"/>
          </p:nvPr>
        </p:nvSpPr>
        <p:spPr>
          <a:xfrm>
            <a:off x="4645025" y="5486400"/>
            <a:ext cx="4041775" cy="838200"/>
          </a:xfrm>
        </p:spPr>
        <p:txBody>
          <a:bodyPr anchor="t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5" name="Содержимое 4"/>
          <p:cNvSpPr>
            <a:spLocks noGrp="1"/>
          </p:cNvSpPr>
          <p:nvPr>
            <p:ph sz="quarter" idx="2"/>
          </p:nvPr>
        </p:nvSpPr>
        <p:spPr>
          <a:xfrm>
            <a:off x="457200" y="1516912"/>
            <a:ext cx="4040188" cy="39417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1516912"/>
            <a:ext cx="4041775" cy="39417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9CB89B-06CD-4C11-A351-657184A462F0}" type="datetimeFigureOut">
              <a:rPr lang="ru-RU" smtClean="0"/>
              <a:pPr/>
              <a:t>04.11.2025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60C3E-68E5-497E-B36A-0CE69C9E197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7470648" cy="1143000"/>
          </a:xfrm>
        </p:spPr>
        <p:txBody>
          <a:bodyPr anchor="ctr"/>
          <a:lstStyle>
            <a:lvl1pPr algn="l">
              <a:defRPr sz="4600"/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9CB89B-06CD-4C11-A351-657184A462F0}" type="datetimeFigureOut">
              <a:rPr lang="ru-RU" smtClean="0"/>
              <a:pPr/>
              <a:t>04.11.2025</a:t>
            </a:fld>
            <a:endParaRPr lang="ru-RU"/>
          </a:p>
        </p:txBody>
      </p:sp>
      <p:sp>
        <p:nvSpPr>
          <p:cNvPr id="8" name="Номер слайда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AE60C3E-68E5-497E-B36A-0CE69C9E1979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9" name="Нижний колонтитул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9CB89B-06CD-4C11-A351-657184A462F0}" type="datetimeFigureOut">
              <a:rPr lang="ru-RU" smtClean="0"/>
              <a:pPr/>
              <a:t>04.11.2025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60C3E-68E5-497E-B36A-0CE69C9E197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1185528"/>
            <a:ext cx="3200400" cy="730250"/>
          </a:xfrm>
        </p:spPr>
        <p:txBody>
          <a:bodyPr tIns="0" bIns="0" anchor="t"/>
          <a:lstStyle>
            <a:lvl1pPr algn="l">
              <a:buNone/>
              <a:defRPr sz="1800" b="1">
                <a:solidFill>
                  <a:schemeClr val="accent1"/>
                </a:solidFill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2"/>
          </p:nvPr>
        </p:nvSpPr>
        <p:spPr>
          <a:xfrm>
            <a:off x="457200" y="214424"/>
            <a:ext cx="2743200" cy="914400"/>
          </a:xfrm>
        </p:spPr>
        <p:txBody>
          <a:bodyPr lIns="45720" tIns="0" rIns="45720" bIns="0" anchor="b"/>
          <a:lstStyle>
            <a:lvl1pPr marL="0" indent="0" algn="l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1"/>
          </p:nvPr>
        </p:nvSpPr>
        <p:spPr>
          <a:xfrm>
            <a:off x="457200" y="1981200"/>
            <a:ext cx="7086600" cy="3810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2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9CB89B-06CD-4C11-A351-657184A462F0}" type="datetimeFigureOut">
              <a:rPr lang="ru-RU" smtClean="0"/>
              <a:pPr/>
              <a:t>04.11.2025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8156448" y="6422064"/>
            <a:ext cx="762000" cy="365125"/>
          </a:xfrm>
        </p:spPr>
        <p:txBody>
          <a:bodyPr/>
          <a:lstStyle/>
          <a:p>
            <a:fld id="{FAE60C3E-68E5-497E-B36A-0CE69C9E197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556732" y="1705709"/>
            <a:ext cx="3053868" cy="1253808"/>
          </a:xfrm>
        </p:spPr>
        <p:txBody>
          <a:bodyPr anchor="b"/>
          <a:lstStyle>
            <a:lvl1pPr algn="l">
              <a:buNone/>
              <a:defRPr sz="2200" b="1">
                <a:solidFill>
                  <a:schemeClr val="accent1"/>
                </a:solidFill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065628" y="1019907"/>
            <a:ext cx="4114800" cy="4114800"/>
          </a:xfrm>
          <a:prstGeom prst="ellipse">
            <a:avLst/>
          </a:prstGeom>
          <a:solidFill>
            <a:schemeClr val="bg2">
              <a:shade val="50000"/>
            </a:schemeClr>
          </a:solidFill>
          <a:ln w="50800" cap="flat">
            <a:solidFill>
              <a:schemeClr val="bg2"/>
            </a:solidFill>
            <a:miter lim="800000"/>
          </a:ln>
          <a:effectLst>
            <a:outerShdw blurRad="152000" dist="345000" dir="5400000" sx="-80000" sy="-18000" rotWithShape="0">
              <a:srgbClr val="000000">
                <a:alpha val="25000"/>
              </a:srgbClr>
            </a:outerShdw>
          </a:effectLst>
          <a:scene3d>
            <a:camera prst="orthographicFront"/>
            <a:lightRig rig="contrasting" dir="t">
              <a:rot lat="0" lon="0" rev="2400000"/>
            </a:lightRig>
          </a:scene3d>
          <a:sp3d contourW="7620">
            <a:bevelT w="63500" h="63500"/>
            <a:contourClr>
              <a:schemeClr val="bg2">
                <a:shade val="50000"/>
              </a:schemeClr>
            </a:contourClr>
          </a:sp3d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ru-RU" smtClean="0"/>
              <a:t>Вставка рисунка</a:t>
            </a:r>
            <a:endParaRPr kumimoji="0" lang="en-US" dirty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5556734" y="2998765"/>
            <a:ext cx="3053866" cy="2663482"/>
          </a:xfrm>
        </p:spPr>
        <p:txBody>
          <a:bodyPr lIns="45720" rIns="45720"/>
          <a:lstStyle>
            <a:lvl1pPr marL="0" indent="0">
              <a:buFontTx/>
              <a:buNone/>
              <a:defRPr sz="12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457200" y="6422064"/>
            <a:ext cx="2133600" cy="365125"/>
          </a:xfrm>
        </p:spPr>
        <p:txBody>
          <a:bodyPr/>
          <a:lstStyle/>
          <a:p>
            <a:fld id="{439CB89B-06CD-4C11-A351-657184A462F0}" type="datetimeFigureOut">
              <a:rPr lang="ru-RU" smtClean="0"/>
              <a:pPr/>
              <a:t>04.11.2025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60C3E-68E5-497E-B36A-0CE69C9E197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9CB89B-06CD-4C11-A351-657184A462F0}" type="datetimeFigureOut">
              <a:rPr lang="ru-RU" smtClean="0"/>
              <a:pPr/>
              <a:t>04.11.2025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60C3E-68E5-497E-B36A-0CE69C9E197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9CB89B-06CD-4C11-A351-657184A462F0}" type="datetimeFigureOut">
              <a:rPr lang="ru-RU" smtClean="0"/>
              <a:pPr/>
              <a:t>04.11.2025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60C3E-68E5-497E-B36A-0CE69C9E197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олилиния 11"/>
          <p:cNvSpPr>
            <a:spLocks/>
          </p:cNvSpPr>
          <p:nvPr/>
        </p:nvSpPr>
        <p:spPr bwMode="auto">
          <a:xfrm>
            <a:off x="0" y="4752126"/>
            <a:ext cx="9144000" cy="2112962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066"/>
              </a:cxn>
              <a:cxn ang="0">
                <a:pos x="0" y="1331"/>
              </a:cxn>
              <a:cxn ang="0">
                <a:pos x="5760" y="1331"/>
              </a:cxn>
              <a:cxn ang="0">
                <a:pos x="5760" y="0"/>
              </a:cxn>
              <a:cxn ang="0">
                <a:pos x="0" y="1066"/>
              </a:cxn>
            </a:cxnLst>
            <a:rect l="0" t="0" r="0" b="0"/>
            <a:pathLst>
              <a:path w="5760" h="1331">
                <a:moveTo>
                  <a:pt x="0" y="1066"/>
                </a:moveTo>
                <a:lnTo>
                  <a:pt x="0" y="1331"/>
                </a:lnTo>
                <a:lnTo>
                  <a:pt x="5760" y="1331"/>
                </a:lnTo>
                <a:lnTo>
                  <a:pt x="5760" y="0"/>
                </a:lnTo>
                <a:cubicBezTo>
                  <a:pt x="3220" y="1206"/>
                  <a:pt x="2250" y="1146"/>
                  <a:pt x="0" y="1066"/>
                </a:cubicBezTo>
                <a:close/>
              </a:path>
            </a:pathLst>
          </a:custGeom>
          <a:solidFill>
            <a:schemeClr val="bg1">
              <a:tint val="80000"/>
              <a:satMod val="200000"/>
              <a:alpha val="4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44450" dir="16200000" algn="ctr" rotWithShape="0">
              <a:prstClr val="black">
                <a:alpha val="3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Полилиния 15"/>
          <p:cNvSpPr>
            <a:spLocks/>
          </p:cNvSpPr>
          <p:nvPr/>
        </p:nvSpPr>
        <p:spPr bwMode="auto">
          <a:xfrm>
            <a:off x="7315200" y="0"/>
            <a:ext cx="1828800" cy="6858000"/>
          </a:xfrm>
          <a:custGeom>
            <a:avLst/>
            <a:gdLst>
              <a:gd name="connsiteX0" fmla="*/ 1914 w 1914"/>
              <a:gd name="connsiteY0" fmla="*/ 9 h 4329"/>
              <a:gd name="connsiteX1" fmla="*/ 1914 w 1914"/>
              <a:gd name="connsiteY1" fmla="*/ 4329 h 4329"/>
              <a:gd name="connsiteX2" fmla="*/ 204 w 1914"/>
              <a:gd name="connsiteY2" fmla="*/ 4327 h 4329"/>
              <a:gd name="connsiteX3" fmla="*/ 0 w 1914"/>
              <a:gd name="connsiteY3" fmla="*/ 0 h 4329"/>
              <a:gd name="connsiteX4" fmla="*/ 1914 w 1914"/>
              <a:gd name="connsiteY4" fmla="*/ 9 h 4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4" h="4329">
                <a:moveTo>
                  <a:pt x="1914" y="9"/>
                </a:moveTo>
                <a:lnTo>
                  <a:pt x="1914" y="4329"/>
                </a:lnTo>
                <a:lnTo>
                  <a:pt x="204" y="4327"/>
                </a:lnTo>
                <a:cubicBezTo>
                  <a:pt x="1288" y="3574"/>
                  <a:pt x="2082" y="1734"/>
                  <a:pt x="0" y="0"/>
                </a:cubicBezTo>
                <a:lnTo>
                  <a:pt x="1914" y="9"/>
                </a:lnTo>
                <a:close/>
              </a:path>
            </a:pathLst>
          </a:custGeom>
          <a:solidFill>
            <a:schemeClr val="bg1">
              <a:tint val="90000"/>
              <a:satMod val="350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50800" dir="10800000" algn="ctr" rotWithShape="0">
              <a:prstClr val="black">
                <a:alpha val="4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Заголовок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  <a:prstGeom prst="rect">
            <a:avLst/>
          </a:prstGeom>
        </p:spPr>
        <p:txBody>
          <a:bodyPr vert="horz" lIns="45720" rIns="45720" anchor="ctr">
            <a:normAutofit/>
          </a:bodyPr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0" name="Текст 29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467600" cy="45259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ru-RU" smtClean="0"/>
              <a:t>Образец текста</a:t>
            </a:r>
          </a:p>
          <a:p>
            <a:pPr lvl="1" eaLnBrk="1" latinLnBrk="0" hangingPunct="1"/>
            <a:r>
              <a:rPr kumimoji="0" lang="ru-RU" smtClean="0"/>
              <a:t>Второй уровень</a:t>
            </a:r>
          </a:p>
          <a:p>
            <a:pPr lvl="2" eaLnBrk="1" latinLnBrk="0" hangingPunct="1"/>
            <a:r>
              <a:rPr kumimoji="0" lang="ru-RU" smtClean="0"/>
              <a:t>Третий уровень</a:t>
            </a:r>
          </a:p>
          <a:p>
            <a:pPr lvl="3" eaLnBrk="1" latinLnBrk="0" hangingPunct="1"/>
            <a:r>
              <a:rPr kumimoji="0" lang="ru-RU" smtClean="0"/>
              <a:t>Четвертый уровень</a:t>
            </a:r>
          </a:p>
          <a:p>
            <a:pPr lvl="4" eaLnBrk="1" latinLnBrk="0" hangingPunct="1"/>
            <a:r>
              <a:rPr kumimoji="0" lang="ru-RU" smtClean="0"/>
              <a:t>Пятый уровень</a:t>
            </a:r>
            <a:endParaRPr kumimoji="0" lang="en-US"/>
          </a:p>
        </p:txBody>
      </p:sp>
      <p:sp>
        <p:nvSpPr>
          <p:cNvPr id="10" name="Дата 9"/>
          <p:cNvSpPr>
            <a:spLocks noGrp="1"/>
          </p:cNvSpPr>
          <p:nvPr>
            <p:ph type="dt" sz="half" idx="2"/>
          </p:nvPr>
        </p:nvSpPr>
        <p:spPr>
          <a:xfrm>
            <a:off x="457200" y="6422064"/>
            <a:ext cx="2133600" cy="365125"/>
          </a:xfrm>
          <a:prstGeom prst="rect">
            <a:avLst/>
          </a:prstGeom>
        </p:spPr>
        <p:txBody>
          <a:bodyPr vert="horz" bIns="0" anchor="b"/>
          <a:lstStyle>
            <a:lvl1pPr algn="l" eaLnBrk="1" latinLnBrk="0" hangingPunct="1">
              <a:defRPr kumimoji="0" sz="1000">
                <a:solidFill>
                  <a:schemeClr val="tx2">
                    <a:shade val="50000"/>
                  </a:schemeClr>
                </a:solidFill>
              </a:defRPr>
            </a:lvl1pPr>
          </a:lstStyle>
          <a:p>
            <a:fld id="{439CB89B-06CD-4C11-A351-657184A462F0}" type="datetimeFigureOut">
              <a:rPr lang="ru-RU" smtClean="0"/>
              <a:pPr/>
              <a:t>04.11.2025</a:t>
            </a:fld>
            <a:endParaRPr lang="ru-RU"/>
          </a:p>
        </p:txBody>
      </p:sp>
      <p:sp>
        <p:nvSpPr>
          <p:cNvPr id="22" name="Нижний колонтитул 21"/>
          <p:cNvSpPr>
            <a:spLocks noGrp="1"/>
          </p:cNvSpPr>
          <p:nvPr>
            <p:ph type="ftr" sz="quarter" idx="3"/>
          </p:nvPr>
        </p:nvSpPr>
        <p:spPr>
          <a:xfrm>
            <a:off x="3124200" y="6422064"/>
            <a:ext cx="2895600" cy="365125"/>
          </a:xfrm>
          <a:prstGeom prst="rect">
            <a:avLst/>
          </a:prstGeom>
        </p:spPr>
        <p:txBody>
          <a:bodyPr vert="horz" lIns="0" rIns="0" bIns="0" anchor="b"/>
          <a:lstStyle>
            <a:lvl1pPr algn="ctr" eaLnBrk="1" latinLnBrk="0" hangingPunct="1">
              <a:defRPr kumimoji="0" sz="1000">
                <a:solidFill>
                  <a:schemeClr val="tx2">
                    <a:shade val="50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8" name="Номер слайда 17"/>
          <p:cNvSpPr>
            <a:spLocks noGrp="1"/>
          </p:cNvSpPr>
          <p:nvPr>
            <p:ph type="sldNum" sz="quarter" idx="4"/>
          </p:nvPr>
        </p:nvSpPr>
        <p:spPr>
          <a:xfrm>
            <a:off x="8153400" y="6422064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000">
                <a:solidFill>
                  <a:schemeClr val="tx2">
                    <a:shade val="50000"/>
                  </a:schemeClr>
                </a:solidFill>
              </a:defRPr>
            </a:lvl1pPr>
          </a:lstStyle>
          <a:p>
            <a:fld id="{FAE60C3E-68E5-497E-B36A-0CE69C9E1979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rtl="0" eaLnBrk="1" latinLnBrk="0" hangingPunct="1">
        <a:spcBef>
          <a:spcPct val="0"/>
        </a:spcBef>
        <a:buNone/>
        <a:defRPr kumimoji="0" sz="4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20624" indent="-384048" algn="l" rtl="0" eaLnBrk="1" latinLnBrk="0" hangingPunct="1">
        <a:spcBef>
          <a:spcPct val="20000"/>
        </a:spcBef>
        <a:buClr>
          <a:schemeClr val="accent1"/>
        </a:buClr>
        <a:buSzPct val="80000"/>
        <a:buFont typeface="Wingdings 2"/>
        <a:buChar char=""/>
        <a:defRPr kumimoji="0"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722376" indent="-274320" algn="l" rtl="0" eaLnBrk="1" latinLnBrk="0" hangingPunct="1">
        <a:spcBef>
          <a:spcPct val="20000"/>
        </a:spcBef>
        <a:buClr>
          <a:schemeClr val="accent1"/>
        </a:buClr>
        <a:buSzPct val="90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005840" indent="-256032" algn="l" rtl="0" eaLnBrk="1" latinLnBrk="0" hangingPunct="1">
        <a:spcBef>
          <a:spcPct val="20000"/>
        </a:spcBef>
        <a:buClr>
          <a:schemeClr val="accent2"/>
        </a:buClr>
        <a:buSzPct val="85000"/>
        <a:buFont typeface="Arial"/>
        <a:buChar char="○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37744" algn="l" rtl="0" eaLnBrk="1" latinLnBrk="0" hangingPunct="1">
        <a:spcBef>
          <a:spcPct val="20000"/>
        </a:spcBef>
        <a:buClr>
          <a:schemeClr val="accent3"/>
        </a:buClr>
        <a:buSzPct val="90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90472" indent="-182880" algn="l" rtl="0" eaLnBrk="1" latinLnBrk="0" hangingPunct="1">
        <a:spcBef>
          <a:spcPct val="20000"/>
        </a:spcBef>
        <a:buClr>
          <a:schemeClr val="accent4"/>
        </a:buClr>
        <a:buSzPct val="100000"/>
        <a:buFont typeface="Arial"/>
        <a:buChar char="-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00784" indent="-182880" algn="l" rtl="0" eaLnBrk="1" latinLnBrk="0" hangingPunct="1">
        <a:spcBef>
          <a:spcPct val="20000"/>
        </a:spcBef>
        <a:buClr>
          <a:schemeClr val="accent5"/>
        </a:buClr>
        <a:buFont typeface="Arial"/>
        <a:buChar char="-"/>
        <a:defRPr kumimoji="0" sz="20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100000"/>
        <a:buFont typeface="Arial"/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39696" indent="-182880" algn="l" rtl="0" eaLnBrk="1" latinLnBrk="0" hangingPunct="1">
        <a:spcBef>
          <a:spcPct val="20000"/>
        </a:spcBef>
        <a:buClr>
          <a:schemeClr val="accent6"/>
        </a:buClr>
        <a:buFont typeface="Arial"/>
        <a:buChar char="▪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331720" indent="-182880" algn="l" rtl="0" eaLnBrk="1" latinLnBrk="0" hangingPunct="1">
        <a:spcBef>
          <a:spcPct val="20000"/>
        </a:spcBef>
        <a:buClr>
          <a:schemeClr val="accent6"/>
        </a:buClr>
        <a:buFont typeface="Arial"/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jpe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b="1" dirty="0" smtClean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Новогодние подарки </a:t>
            </a:r>
            <a:endParaRPr lang="ru-RU" b="1" dirty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chemeClr val="bg2">
                  <a:tint val="85000"/>
                  <a:satMod val="155000"/>
                </a:schemeClr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Внутреннее наполнение</a:t>
            </a:r>
            <a:endParaRPr lang="ru-RU" dirty="0"/>
          </a:p>
        </p:txBody>
      </p:sp>
      <p:sp>
        <p:nvSpPr>
          <p:cNvPr id="3074" name="AutoShape 2" descr="blob:https://web.whatsapp.com/4c8269aa-3067-4760-a102-1adcbc7fbb5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3076" name="AutoShape 4" descr="blob:https://web.whatsapp.com/4c8269aa-3067-4760-a102-1adcbc7fbb5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3077" name="Picture 5" descr="C:\Desktop\банки 1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63688" y="1556792"/>
            <a:ext cx="2469867" cy="4393011"/>
          </a:xfrm>
          <a:prstGeom prst="rect">
            <a:avLst/>
          </a:prstGeom>
          <a:noFill/>
        </p:spPr>
      </p:pic>
      <p:pic>
        <p:nvPicPr>
          <p:cNvPr id="3078" name="Picture 6" descr="C:\Desktop\банки 2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004048" y="1556792"/>
            <a:ext cx="2520280" cy="4482679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9" name="Picture 1" descr="C:\Desktop\чай 1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71600" y="548680"/>
            <a:ext cx="3142419" cy="5589240"/>
          </a:xfrm>
          <a:prstGeom prst="rect">
            <a:avLst/>
          </a:prstGeom>
          <a:noFill/>
        </p:spPr>
      </p:pic>
      <p:pic>
        <p:nvPicPr>
          <p:cNvPr id="2050" name="Picture 2" descr="C:\Desktop\чай 2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932040" y="548680"/>
            <a:ext cx="3096344" cy="5504611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5" name="Picture 1" descr="C:\Desktop\коробка 1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99592" y="476672"/>
            <a:ext cx="3365739" cy="5983536"/>
          </a:xfrm>
          <a:prstGeom prst="rect">
            <a:avLst/>
          </a:prstGeom>
          <a:noFill/>
        </p:spPr>
      </p:pic>
      <p:pic>
        <p:nvPicPr>
          <p:cNvPr id="1026" name="Picture 2" descr="C:\Desktop\коробка 2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076056" y="476672"/>
            <a:ext cx="3287646" cy="5844704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986" name="Picture 2" descr="C:\Desktop\fkrj 3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95536" y="908720"/>
            <a:ext cx="3716779" cy="4955704"/>
          </a:xfrm>
          <a:prstGeom prst="rect">
            <a:avLst/>
          </a:prstGeom>
          <a:noFill/>
        </p:spPr>
      </p:pic>
      <p:pic>
        <p:nvPicPr>
          <p:cNvPr id="41987" name="Picture 3" descr="C:\Desktop\алко 1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355976" y="908720"/>
            <a:ext cx="1416843" cy="4967486"/>
          </a:xfrm>
          <a:prstGeom prst="rect">
            <a:avLst/>
          </a:prstGeom>
          <a:noFill/>
        </p:spPr>
      </p:pic>
      <p:pic>
        <p:nvPicPr>
          <p:cNvPr id="41988" name="Picture 4" descr="C:\Desktop\алко 2.jp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940152" y="1052736"/>
            <a:ext cx="2862061" cy="4734871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Состав набора: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412776"/>
            <a:ext cx="8229600" cy="5042032"/>
          </a:xfrm>
        </p:spPr>
        <p:txBody>
          <a:bodyPr>
            <a:normAutofit/>
          </a:bodyPr>
          <a:lstStyle/>
          <a:p>
            <a:pPr>
              <a:buNone/>
            </a:pPr>
            <a:endParaRPr lang="ru-RU" sz="1200" dirty="0" smtClean="0"/>
          </a:p>
          <a:p>
            <a:pPr>
              <a:buNone/>
            </a:pPr>
            <a:endParaRPr lang="ru-RU" sz="1200" dirty="0" smtClean="0"/>
          </a:p>
          <a:p>
            <a:pPr>
              <a:buAutoNum type="arabicParenR"/>
            </a:pPr>
            <a:r>
              <a:rPr lang="ru-RU" sz="1200" dirty="0" smtClean="0"/>
              <a:t>Кешью жаренный солёный, очищенный, крупный XXL, </a:t>
            </a:r>
            <a:r>
              <a:rPr lang="ru-RU" sz="1200" dirty="0" err="1" smtClean="0"/>
              <a:t>Premium</a:t>
            </a:r>
            <a:r>
              <a:rPr lang="ru-RU" sz="1200" dirty="0" smtClean="0"/>
              <a:t>, Вьетнам  - </a:t>
            </a:r>
            <a:r>
              <a:rPr lang="ru-RU" sz="1200" b="1" dirty="0" smtClean="0"/>
              <a:t>60гр</a:t>
            </a:r>
          </a:p>
          <a:p>
            <a:pPr>
              <a:buAutoNum type="arabicParenR"/>
            </a:pPr>
            <a:r>
              <a:rPr lang="ru-RU" sz="1200" dirty="0" smtClean="0"/>
              <a:t>Крупные жареные соленые фисташки высший сорт, Россия  - </a:t>
            </a:r>
            <a:r>
              <a:rPr lang="ru-RU" sz="1200" b="1" dirty="0" smtClean="0"/>
              <a:t>60гр</a:t>
            </a:r>
          </a:p>
          <a:p>
            <a:pPr>
              <a:buAutoNum type="arabicParenR"/>
            </a:pPr>
            <a:r>
              <a:rPr lang="ru-RU" sz="1200" dirty="0" smtClean="0"/>
              <a:t>Миндаль жареный отборный, высший сорт, крупный, Чили  - </a:t>
            </a:r>
            <a:r>
              <a:rPr lang="ru-RU" sz="1200" b="1" dirty="0" smtClean="0"/>
              <a:t>60гр</a:t>
            </a:r>
          </a:p>
          <a:p>
            <a:pPr>
              <a:buAutoNum type="arabicParenR"/>
            </a:pPr>
            <a:r>
              <a:rPr lang="ru-RU" sz="1200" dirty="0" smtClean="0"/>
              <a:t>Кедровый орех, Сибирский очищенный, урожай 2025 год, высший сорт, Россия  - </a:t>
            </a:r>
            <a:r>
              <a:rPr lang="ru-RU" sz="1200" b="1" dirty="0" smtClean="0"/>
              <a:t>100гр</a:t>
            </a:r>
          </a:p>
          <a:p>
            <a:pPr>
              <a:buAutoNum type="arabicParenR"/>
            </a:pPr>
            <a:r>
              <a:rPr lang="ru-RU" sz="1200" dirty="0" smtClean="0"/>
              <a:t>Инжир медовый, PREMIUM, Турция  - </a:t>
            </a:r>
            <a:r>
              <a:rPr lang="ru-RU" sz="1200" b="1" dirty="0" smtClean="0"/>
              <a:t>100гр</a:t>
            </a:r>
          </a:p>
          <a:p>
            <a:pPr>
              <a:buAutoNum type="arabicParenR"/>
            </a:pPr>
            <a:r>
              <a:rPr lang="ru-RU" sz="1200" dirty="0" smtClean="0"/>
              <a:t>Чернослив, без косточки, крупный, голый, </a:t>
            </a:r>
            <a:r>
              <a:rPr lang="ru-RU" sz="1200" dirty="0" err="1" smtClean="0"/>
              <a:t>премиум</a:t>
            </a:r>
            <a:r>
              <a:rPr lang="ru-RU" sz="1200" dirty="0" smtClean="0"/>
              <a:t>, Чили – </a:t>
            </a:r>
            <a:r>
              <a:rPr lang="ru-RU" sz="1200" b="1" dirty="0" smtClean="0"/>
              <a:t>100гр</a:t>
            </a:r>
          </a:p>
          <a:p>
            <a:pPr>
              <a:buAutoNum type="arabicParenR"/>
            </a:pPr>
            <a:r>
              <a:rPr lang="ru-RU" sz="1200" dirty="0" smtClean="0"/>
              <a:t>Курага, вид "шоколадная",  </a:t>
            </a:r>
            <a:r>
              <a:rPr lang="ru-RU" sz="1200" dirty="0" err="1" smtClean="0"/>
              <a:t>Premium</a:t>
            </a:r>
            <a:r>
              <a:rPr lang="ru-RU" sz="1200" dirty="0" smtClean="0"/>
              <a:t>, Россия  - </a:t>
            </a:r>
            <a:r>
              <a:rPr lang="ru-RU" sz="1200" b="1" dirty="0" smtClean="0"/>
              <a:t>100гр</a:t>
            </a:r>
          </a:p>
          <a:p>
            <a:pPr>
              <a:buAutoNum type="arabicParenR"/>
            </a:pPr>
            <a:r>
              <a:rPr lang="ru-RU" sz="1200" dirty="0" smtClean="0"/>
              <a:t>Вишня сушеная, натуральная, высший сорт, Россия – </a:t>
            </a:r>
            <a:r>
              <a:rPr lang="ru-RU" sz="1200" b="1" dirty="0" smtClean="0"/>
              <a:t>60гр</a:t>
            </a:r>
          </a:p>
          <a:p>
            <a:pPr>
              <a:buAutoNum type="arabicParenR"/>
            </a:pPr>
            <a:r>
              <a:rPr lang="ru-RU" sz="1200" dirty="0" smtClean="0"/>
              <a:t>Лимон сушеный, </a:t>
            </a:r>
            <a:r>
              <a:rPr lang="en-US" sz="1200" dirty="0" smtClean="0"/>
              <a:t>Premium </a:t>
            </a:r>
            <a:r>
              <a:rPr lang="ru-RU" sz="1200" dirty="0" smtClean="0"/>
              <a:t>- </a:t>
            </a:r>
            <a:r>
              <a:rPr lang="ru-RU" sz="1200" b="1" dirty="0" smtClean="0"/>
              <a:t>25гр </a:t>
            </a:r>
          </a:p>
          <a:p>
            <a:pPr>
              <a:buAutoNum type="arabicParenR"/>
            </a:pPr>
            <a:r>
              <a:rPr lang="ru-RU" sz="1200" dirty="0" smtClean="0"/>
              <a:t>Сенча, чай зеленый, </a:t>
            </a:r>
            <a:r>
              <a:rPr lang="ru-RU" sz="1200" dirty="0" err="1" smtClean="0"/>
              <a:t>Premium</a:t>
            </a:r>
            <a:r>
              <a:rPr lang="ru-RU" sz="1200" dirty="0" smtClean="0"/>
              <a:t>, Китай</a:t>
            </a:r>
            <a:r>
              <a:rPr lang="en-US" sz="1200" dirty="0" smtClean="0"/>
              <a:t> -</a:t>
            </a:r>
            <a:r>
              <a:rPr lang="ru-RU" sz="1200" dirty="0" smtClean="0"/>
              <a:t> </a:t>
            </a:r>
            <a:r>
              <a:rPr lang="ru-RU" sz="1200" b="1" dirty="0" smtClean="0"/>
              <a:t>200гр </a:t>
            </a:r>
            <a:endParaRPr lang="en-US" sz="1200" b="1" dirty="0" smtClean="0"/>
          </a:p>
          <a:p>
            <a:pPr>
              <a:buAutoNum type="arabicParenR"/>
            </a:pPr>
            <a:r>
              <a:rPr lang="ru-RU" sz="1200" dirty="0" smtClean="0"/>
              <a:t>Жасмин, ароматный, зеленый чай, </a:t>
            </a:r>
            <a:r>
              <a:rPr lang="ru-RU" sz="1200" dirty="0" err="1" smtClean="0"/>
              <a:t>Premium</a:t>
            </a:r>
            <a:r>
              <a:rPr lang="ru-RU" sz="1200" dirty="0" smtClean="0"/>
              <a:t>, Китай  - </a:t>
            </a:r>
            <a:r>
              <a:rPr lang="ru-RU" sz="1200" b="1" dirty="0" smtClean="0"/>
              <a:t>250гр</a:t>
            </a:r>
            <a:r>
              <a:rPr lang="ru-RU" sz="1200" dirty="0" smtClean="0"/>
              <a:t> </a:t>
            </a:r>
            <a:endParaRPr lang="en-US" sz="1200" dirty="0" smtClean="0"/>
          </a:p>
          <a:p>
            <a:pPr>
              <a:buAutoNum type="arabicParenR"/>
            </a:pPr>
            <a:r>
              <a:rPr lang="ru-RU" sz="1200" dirty="0" smtClean="0"/>
              <a:t>Ассам, классический, черный чай, </a:t>
            </a:r>
            <a:r>
              <a:rPr lang="ru-RU" sz="1200" dirty="0" err="1" smtClean="0"/>
              <a:t>Premium</a:t>
            </a:r>
            <a:r>
              <a:rPr lang="ru-RU" sz="1200" dirty="0" smtClean="0"/>
              <a:t>, Индия -  </a:t>
            </a:r>
            <a:r>
              <a:rPr lang="ru-RU" sz="1200" b="1" dirty="0" smtClean="0"/>
              <a:t>150гр </a:t>
            </a:r>
            <a:endParaRPr lang="en-US" sz="1200" b="1" dirty="0" smtClean="0"/>
          </a:p>
          <a:p>
            <a:pPr>
              <a:buAutoNum type="arabicParenR"/>
            </a:pPr>
            <a:r>
              <a:rPr lang="ru-RU" sz="1200" dirty="0" smtClean="0"/>
              <a:t>Тубус фирменный, металлический, для хранения чая, </a:t>
            </a:r>
            <a:r>
              <a:rPr lang="en-US" sz="1200" dirty="0" smtClean="0"/>
              <a:t>TEACO – </a:t>
            </a:r>
            <a:r>
              <a:rPr lang="en-US" sz="1200" b="1" dirty="0" smtClean="0"/>
              <a:t>3</a:t>
            </a:r>
            <a:r>
              <a:rPr lang="ru-RU" sz="1200" b="1" dirty="0" smtClean="0"/>
              <a:t>шт</a:t>
            </a:r>
            <a:endParaRPr lang="en-US" sz="1200" b="1" dirty="0" smtClean="0"/>
          </a:p>
          <a:p>
            <a:pPr>
              <a:buAutoNum type="arabicParenR"/>
            </a:pPr>
            <a:r>
              <a:rPr lang="ru-RU" sz="1200" dirty="0" smtClean="0"/>
              <a:t>Подарочный короб из дерева, форма "Пенал", ручная работа  - </a:t>
            </a:r>
            <a:r>
              <a:rPr lang="ru-RU" sz="1200" b="1" dirty="0" smtClean="0"/>
              <a:t>1шт</a:t>
            </a:r>
          </a:p>
          <a:p>
            <a:pPr>
              <a:buAutoNum type="arabicParenR"/>
            </a:pPr>
            <a:r>
              <a:rPr lang="ru-RU" sz="1200" dirty="0" smtClean="0"/>
              <a:t>Баночки для сыпучих продуктов, стеклянная, крышка бамбук – </a:t>
            </a:r>
            <a:r>
              <a:rPr lang="ru-RU" sz="1200" b="1" dirty="0" smtClean="0"/>
              <a:t>4шт</a:t>
            </a:r>
          </a:p>
          <a:p>
            <a:pPr>
              <a:buAutoNum type="arabicParenR"/>
            </a:pPr>
            <a:r>
              <a:rPr lang="ru-RU" sz="1200" dirty="0" err="1" smtClean="0"/>
              <a:t>Bixio</a:t>
            </a:r>
            <a:r>
              <a:rPr lang="ru-RU" sz="1200" dirty="0" smtClean="0"/>
              <a:t>, </a:t>
            </a:r>
            <a:r>
              <a:rPr lang="ru-RU" sz="1200" dirty="0" err="1" smtClean="0"/>
              <a:t>Pinot</a:t>
            </a:r>
            <a:r>
              <a:rPr lang="ru-RU" sz="1200" dirty="0" smtClean="0"/>
              <a:t> </a:t>
            </a:r>
            <a:r>
              <a:rPr lang="ru-RU" sz="1200" dirty="0" err="1" smtClean="0"/>
              <a:t>Grigio</a:t>
            </a:r>
            <a:r>
              <a:rPr lang="ru-RU" sz="1200" dirty="0" smtClean="0"/>
              <a:t> </a:t>
            </a:r>
            <a:r>
              <a:rPr lang="ru-RU" sz="1200" dirty="0" err="1" smtClean="0"/>
              <a:t>delle</a:t>
            </a:r>
            <a:r>
              <a:rPr lang="ru-RU" sz="1200" dirty="0" smtClean="0"/>
              <a:t> </a:t>
            </a:r>
            <a:r>
              <a:rPr lang="ru-RU" sz="1200" dirty="0" err="1" smtClean="0"/>
              <a:t>Venezie</a:t>
            </a:r>
            <a:r>
              <a:rPr lang="ru-RU" sz="1200" dirty="0" smtClean="0"/>
              <a:t> DOC – </a:t>
            </a:r>
            <a:r>
              <a:rPr lang="ru-RU" sz="1200" b="1" dirty="0" smtClean="0"/>
              <a:t>1шт</a:t>
            </a:r>
          </a:p>
          <a:p>
            <a:pPr>
              <a:buAutoNum type="arabicParenR"/>
            </a:pPr>
            <a:r>
              <a:rPr lang="ru-RU" sz="1200" dirty="0" err="1" smtClean="0"/>
              <a:t>Moet</a:t>
            </a:r>
            <a:r>
              <a:rPr lang="ru-RU" sz="1200" dirty="0" smtClean="0"/>
              <a:t> &amp; </a:t>
            </a:r>
            <a:r>
              <a:rPr lang="ru-RU" sz="1200" dirty="0" err="1" smtClean="0"/>
              <a:t>Chandon</a:t>
            </a:r>
            <a:r>
              <a:rPr lang="ru-RU" sz="1200" dirty="0" smtClean="0"/>
              <a:t> </a:t>
            </a:r>
            <a:r>
              <a:rPr lang="ru-RU" sz="1200" dirty="0" err="1" smtClean="0"/>
              <a:t>Brut</a:t>
            </a:r>
            <a:r>
              <a:rPr lang="ru-RU" sz="1200" dirty="0" smtClean="0"/>
              <a:t> </a:t>
            </a:r>
            <a:r>
              <a:rPr lang="ru-RU" sz="1200" dirty="0" err="1" smtClean="0"/>
              <a:t>Imperial</a:t>
            </a:r>
            <a:r>
              <a:rPr lang="ru-RU" sz="1200" dirty="0" smtClean="0"/>
              <a:t> в подарочной упаковке  - </a:t>
            </a:r>
            <a:r>
              <a:rPr lang="ru-RU" sz="1200" b="1" dirty="0" smtClean="0"/>
              <a:t>1шт</a:t>
            </a:r>
          </a:p>
          <a:p>
            <a:pPr>
              <a:buAutoNum type="arabicParenR"/>
            </a:pPr>
            <a:r>
              <a:rPr lang="ru-RU" sz="1200" dirty="0" err="1" smtClean="0"/>
              <a:t>Glenmorangie</a:t>
            </a:r>
            <a:r>
              <a:rPr lang="ru-RU" sz="1200" dirty="0" smtClean="0"/>
              <a:t> </a:t>
            </a:r>
            <a:r>
              <a:rPr lang="ru-RU" sz="1200" dirty="0" err="1" smtClean="0"/>
              <a:t>Signet</a:t>
            </a:r>
            <a:r>
              <a:rPr lang="ru-RU" sz="1200" dirty="0" smtClean="0"/>
              <a:t> 0.7 л в коробке  - </a:t>
            </a:r>
            <a:r>
              <a:rPr lang="ru-RU" sz="1200" b="1" dirty="0" smtClean="0"/>
              <a:t>1шт</a:t>
            </a:r>
          </a:p>
          <a:p>
            <a:pPr>
              <a:buNone/>
            </a:pPr>
            <a:endParaRPr lang="ru-RU" sz="1200" b="1" dirty="0" smtClean="0"/>
          </a:p>
          <a:p>
            <a:pPr>
              <a:buNone/>
            </a:pPr>
            <a:r>
              <a:rPr lang="ru-RU" sz="1200" b="1" dirty="0" smtClean="0"/>
              <a:t>Итоговая стоимость за 54 подарочных набора</a:t>
            </a:r>
            <a:r>
              <a:rPr lang="en-US" sz="1200" b="1" dirty="0" smtClean="0"/>
              <a:t>: 2 670 138 </a:t>
            </a:r>
            <a:r>
              <a:rPr lang="ru-RU" sz="1200" b="1" smtClean="0"/>
              <a:t>рублей</a:t>
            </a:r>
            <a:endParaRPr lang="ru-RU" sz="1200" b="1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хническая">
  <a:themeElements>
    <a:clrScheme name="Техническая">
      <a:dk1>
        <a:sysClr val="windowText" lastClr="000000"/>
      </a:dk1>
      <a:lt1>
        <a:sysClr val="window" lastClr="FFFFFF"/>
      </a:lt1>
      <a:dk2>
        <a:srgbClr val="3B3B3B"/>
      </a:dk2>
      <a:lt2>
        <a:srgbClr val="D4D2D0"/>
      </a:lt2>
      <a:accent1>
        <a:srgbClr val="6EA0B0"/>
      </a:accent1>
      <a:accent2>
        <a:srgbClr val="CCAF0A"/>
      </a:accent2>
      <a:accent3>
        <a:srgbClr val="8D89A4"/>
      </a:accent3>
      <a:accent4>
        <a:srgbClr val="748560"/>
      </a:accent4>
      <a:accent5>
        <a:srgbClr val="9E9273"/>
      </a:accent5>
      <a:accent6>
        <a:srgbClr val="7E848D"/>
      </a:accent6>
      <a:hlink>
        <a:srgbClr val="00C8C3"/>
      </a:hlink>
      <a:folHlink>
        <a:srgbClr val="A116E0"/>
      </a:folHlink>
    </a:clrScheme>
    <a:fontScheme name="Техническая">
      <a:majorFont>
        <a:latin typeface="Franklin Gothic Book"/>
        <a:ea typeface=""/>
        <a:cs typeface=""/>
        <a:font script="Jpan" typeface="ＭＳ Ｐゴシック"/>
        <a:font script="Hang" typeface="HY견고딕"/>
        <a:font script="Hans" typeface="宋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HGｺﾞｼｯｸM"/>
        <a:font script="Hang" typeface="HY중고딕"/>
        <a:font script="Hans" typeface="黑体"/>
        <a:font script="Hant" typeface="微軟正黑體"/>
        <a:font script="Arab" typeface="Tahoma"/>
        <a:font script="Hebr" typeface="Levenim MT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Техническая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</a:schemeClr>
            </a:gs>
            <a:gs pos="68000">
              <a:schemeClr val="phClr">
                <a:tint val="77000"/>
              </a:schemeClr>
            </a:gs>
            <a:gs pos="81000">
              <a:schemeClr val="phClr">
                <a:tint val="79000"/>
              </a:schemeClr>
            </a:gs>
            <a:gs pos="86000">
              <a:schemeClr val="phClr">
                <a:tint val="73000"/>
              </a:schemeClr>
            </a:gs>
            <a:gs pos="100000">
              <a:schemeClr val="phClr">
                <a:tint val="3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3000"/>
                <a:satMod val="150000"/>
              </a:schemeClr>
            </a:gs>
            <a:gs pos="25000">
              <a:schemeClr val="phClr">
                <a:tint val="96000"/>
                <a:shade val="80000"/>
                <a:satMod val="105000"/>
              </a:schemeClr>
            </a:gs>
            <a:gs pos="38000">
              <a:schemeClr val="phClr">
                <a:tint val="96000"/>
                <a:shade val="59000"/>
                <a:satMod val="120000"/>
              </a:schemeClr>
            </a:gs>
            <a:gs pos="55000">
              <a:schemeClr val="phClr">
                <a:shade val="57000"/>
                <a:satMod val="120000"/>
              </a:schemeClr>
            </a:gs>
            <a:gs pos="80000">
              <a:schemeClr val="phClr">
                <a:shade val="56000"/>
                <a:satMod val="145000"/>
              </a:schemeClr>
            </a:gs>
            <a:gs pos="88000">
              <a:schemeClr val="phClr">
                <a:shade val="63000"/>
                <a:satMod val="160000"/>
              </a:schemeClr>
            </a:gs>
            <a:gs pos="100000">
              <a:schemeClr val="phClr">
                <a:tint val="99555"/>
                <a:satMod val="155000"/>
              </a:schemeClr>
            </a:gs>
          </a:gsLst>
          <a:lin ang="5400000" scaled="1"/>
        </a:gradFill>
      </a:fillStyleLst>
      <a:lnStyleLst>
        <a:ln w="9525" cap="flat" cmpd="sng" algn="ctr">
          <a:solidFill>
            <a:schemeClr val="phClr">
              <a:shade val="60000"/>
              <a:satMod val="300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glow rad="63500">
              <a:schemeClr val="phClr">
                <a:tint val="30000"/>
                <a:shade val="95000"/>
                <a:satMod val="300000"/>
                <a:alpha val="50000"/>
              </a:schemeClr>
            </a:glow>
          </a:effectLst>
        </a:effectStyle>
        <a:effectStyle>
          <a:effectLst>
            <a:glow rad="70000">
              <a:schemeClr val="phClr">
                <a:tint val="30000"/>
                <a:shade val="95000"/>
                <a:satMod val="300000"/>
                <a:alpha val="50000"/>
              </a:schemeClr>
            </a:glow>
          </a:effectLst>
        </a:effectStyle>
        <a:effectStyle>
          <a:effectLst>
            <a:glow rad="76200">
              <a:schemeClr val="phClr">
                <a:tint val="30000"/>
                <a:shade val="95000"/>
                <a:satMod val="300000"/>
                <a:alpha val="50000"/>
              </a:schemeClr>
            </a:glow>
          </a:effectLst>
          <a:scene3d>
            <a:camera prst="orthographicFront" fov="0">
              <a:rot lat="0" lon="0" rev="0"/>
            </a:camera>
            <a:lightRig rig="harsh" dir="t">
              <a:rot lat="6000000" lon="6000000" rev="0"/>
            </a:lightRig>
          </a:scene3d>
          <a:sp3d contourW="10000" prstMaterial="metal">
            <a:bevelT w="20000" h="9000" prst="softRound"/>
            <a:contourClr>
              <a:schemeClr val="phClr">
                <a:shade val="30000"/>
                <a:satMod val="2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50000"/>
              </a:schemeClr>
            </a:gs>
            <a:gs pos="30000">
              <a:schemeClr val="phClr">
                <a:shade val="60000"/>
                <a:satMod val="150000"/>
              </a:schemeClr>
            </a:gs>
            <a:gs pos="100000">
              <a:schemeClr val="phClr">
                <a:tint val="83000"/>
                <a:satMod val="200000"/>
              </a:schemeClr>
            </a:gs>
          </a:gsLst>
          <a:lin ang="13000000" scaled="0"/>
        </a:gradFill>
        <a:gradFill rotWithShape="1">
          <a:gsLst>
            <a:gs pos="0">
              <a:schemeClr val="phClr">
                <a:tint val="78000"/>
                <a:satMod val="220000"/>
              </a:schemeClr>
            </a:gs>
            <a:gs pos="100000">
              <a:schemeClr val="phClr">
                <a:shade val="35000"/>
                <a:satMod val="155000"/>
              </a:schemeClr>
            </a:gs>
          </a:gsLst>
          <a:path path="circle">
            <a:fillToRect l="60000" t="50000" r="4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Technic</Template>
  <TotalTime>63</TotalTime>
  <Words>218</Words>
  <Application>Microsoft Office PowerPoint</Application>
  <PresentationFormat>Экран (4:3)</PresentationFormat>
  <Paragraphs>25</Paragraphs>
  <Slides>6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7" baseType="lpstr">
      <vt:lpstr>Техническая</vt:lpstr>
      <vt:lpstr>Новогодние подарки </vt:lpstr>
      <vt:lpstr>Внутреннее наполнение</vt:lpstr>
      <vt:lpstr>Слайд 3</vt:lpstr>
      <vt:lpstr>Слайд 4</vt:lpstr>
      <vt:lpstr>Слайд 5</vt:lpstr>
      <vt:lpstr>Состав набора: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Новогодние подарки</dc:title>
  <dc:creator>Admin</dc:creator>
  <cp:lastModifiedBy>Admin</cp:lastModifiedBy>
  <cp:revision>8</cp:revision>
  <dcterms:created xsi:type="dcterms:W3CDTF">2025-11-04T09:53:41Z</dcterms:created>
  <dcterms:modified xsi:type="dcterms:W3CDTF">2025-11-04T11:42:23Z</dcterms:modified>
</cp:coreProperties>
</file>