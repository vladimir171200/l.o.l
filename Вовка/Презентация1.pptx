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256" r:id="rId2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3300"/>
    <a:srgbClr val="FF9900"/>
    <a:srgbClr val="FFCC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90" d="100"/>
          <a:sy n="90" d="100"/>
        </p:scale>
        <p:origin x="355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36E1D89-C779-4EDE-8237-0CD709C16D1A}" type="datetimeFigureOut">
              <a:rPr lang="ru-RU" smtClean="0"/>
              <a:t>22.12.2025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285F73E-EC38-41F6-8BB9-55EB622937E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483979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285F73E-EC38-41F6-8BB9-55EB622937EE}" type="slidenum">
              <a:rPr lang="ru-RU" smtClean="0"/>
              <a:t>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7504014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8A9466D-2334-EBA0-E1DB-CCBA5A1F92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8E2CD4AC-A316-B595-684D-C1808EDB54D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95075170-B78A-0C6E-A478-DD3A14065A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2623B1-479C-4F3F-B24E-CF0E46D69220}" type="datetimeFigureOut">
              <a:rPr lang="ru-RU" smtClean="0"/>
              <a:t>22.12.2025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EC3A89D0-EB7C-EB44-F06E-763A1EA8BE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04DE0CE0-C32F-0EB9-A23B-B1B502D63A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988EE6-95ED-481D-A086-8C6A70904ED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9415020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C847F73-0AD5-BA02-7283-0E2C728935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B38B580-45BC-5C6E-EAD3-196CC48F19E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FB52EFA7-0F9B-F317-F132-D5C25C2B9E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2623B1-479C-4F3F-B24E-CF0E46D69220}" type="datetimeFigureOut">
              <a:rPr lang="ru-RU" smtClean="0"/>
              <a:t>22.12.2025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F9B3B620-792C-F3BB-8769-0012C55091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798921C9-591B-6A27-1A01-1C5CC6D647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988EE6-95ED-481D-A086-8C6A70904ED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774646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40AE738-D5CD-4DB3-D5D6-928CB62778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69E05DD1-9DD7-A582-E4BA-018E66C5307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AA368D36-6438-BC9C-3CA8-1173E77365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2623B1-479C-4F3F-B24E-CF0E46D69220}" type="datetimeFigureOut">
              <a:rPr lang="ru-RU" smtClean="0"/>
              <a:t>22.12.2025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E19FEB2A-31F5-6AEE-1C05-C24F655F7B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A3F2BB0C-9359-6382-C77C-A71357DC0B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988EE6-95ED-481D-A086-8C6A70904ED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738793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8B48B0D-7A37-2604-6A43-9F3638380F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C0B0122-B240-B876-8A0E-B80583B16C1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2DD51848-C0A0-83D1-49CF-DB16688A534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5E039F31-3749-A0BF-1A41-46D9A1B688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2623B1-479C-4F3F-B24E-CF0E46D69220}" type="datetimeFigureOut">
              <a:rPr lang="ru-RU" smtClean="0"/>
              <a:t>22.12.2025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AFDAE3A6-F4B2-7580-BDD9-ED38660F3F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6AA95DCD-15C9-C732-ECE7-C78BCF72BA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988EE6-95ED-481D-A086-8C6A70904ED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2826536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76ED81B-4001-5644-7476-191E1151C1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FB2ACDA1-34CC-55E9-5F28-442904463A0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3D15D01C-DD59-E3FE-9998-7617CF21C9A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E683117C-EE79-9209-9CF4-411806D5DC3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09FE242E-35E4-40D2-1BCF-BD2EFE1DF70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B5651001-C2E4-5B96-B7D6-4C9777EC38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2623B1-479C-4F3F-B24E-CF0E46D69220}" type="datetimeFigureOut">
              <a:rPr lang="ru-RU" smtClean="0"/>
              <a:t>22.12.2025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E4580DBF-E8ED-8FC0-B38D-370D2ED4D1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0BE16208-B5B9-9784-FD22-3839771BC4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988EE6-95ED-481D-A086-8C6A70904ED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1338799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CD351ED-4994-C837-32CA-801EB98993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3DAA2B43-BFB8-3488-78AA-125ABD50AC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2623B1-479C-4F3F-B24E-CF0E46D69220}" type="datetimeFigureOut">
              <a:rPr lang="ru-RU" smtClean="0"/>
              <a:t>22.12.2025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D93A684C-6CE7-6040-6EEC-8799F3B74A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24CC70AF-D673-0ABD-A0EA-29FE87024D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988EE6-95ED-481D-A086-8C6A70904ED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776255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11B97CB9-A8A2-4A89-7690-ED811A9F8D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2623B1-479C-4F3F-B24E-CF0E46D69220}" type="datetimeFigureOut">
              <a:rPr lang="ru-RU" smtClean="0"/>
              <a:t>22.12.2025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9179CE08-F852-6D99-81F6-672ACA7DA2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280DAD82-F3E2-AED0-DAE5-46A9B03449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988EE6-95ED-481D-A086-8C6A70904ED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604149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F2894E1-4105-FE9D-6DCB-9CC963731A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5B76020-58D7-2EE7-A61C-FB09EE1B31A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2500C277-EE45-B922-04CB-5FF31F651E4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53621199-B287-AF5E-E1B4-4D2E71A551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2623B1-479C-4F3F-B24E-CF0E46D69220}" type="datetimeFigureOut">
              <a:rPr lang="ru-RU" smtClean="0"/>
              <a:t>22.12.2025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78EBDDBE-68B5-8323-0FD4-70AF6C91FD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59C20D3C-298F-3F50-8CDD-EB04E631E6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988EE6-95ED-481D-A086-8C6A70904ED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456446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D40DA19-2512-F0A4-61FD-B585E44C0F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0A37D7D0-5400-3072-ECEF-FE5EC427B08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55022581-6605-7389-051C-1C254F2BFE8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4102528B-5E6E-50D2-3194-FBE779AC3A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2623B1-479C-4F3F-B24E-CF0E46D69220}" type="datetimeFigureOut">
              <a:rPr lang="ru-RU" smtClean="0"/>
              <a:t>22.12.2025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1E768913-E200-4B91-A914-F7DB756094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053CA1C2-D488-FCD6-FE12-BB8FE79872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988EE6-95ED-481D-A086-8C6A70904ED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2845412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EDB4401-5772-1DDD-CFA1-47C080FC5A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40D1784D-13B1-7EE7-8896-9BED41A1121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29D5096E-B839-C582-16F0-1B9C1E33DD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2623B1-479C-4F3F-B24E-CF0E46D69220}" type="datetimeFigureOut">
              <a:rPr lang="ru-RU" smtClean="0"/>
              <a:t>22.12.2025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489800BC-75D9-0FB0-89D9-55CCFFDB9D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9A5E6626-3D67-FAFB-452C-477BA4545A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988EE6-95ED-481D-A086-8C6A70904ED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0561372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67BBD0F0-3233-3553-4CFA-055C0A90C51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E17435C0-6F20-9EC0-DAED-EF4BA852B4F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00EA29C4-6E31-D54D-8834-D7D3799FFA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2623B1-479C-4F3F-B24E-CF0E46D69220}" type="datetimeFigureOut">
              <a:rPr lang="ru-RU" smtClean="0"/>
              <a:t>22.12.2025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D5B350F8-7FF1-8656-3055-4BAD8CC439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B23DB5CA-F92D-D23B-29DC-AE9DC51210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988EE6-95ED-481D-A086-8C6A70904ED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05171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324CEA3-EE99-B2FC-09DE-CDACC066BC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328786A3-254F-F26B-84DF-21225EE1DE9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494033BD-5862-CA81-E953-6640AEC8D49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42623B1-479C-4F3F-B24E-CF0E46D69220}" type="datetimeFigureOut">
              <a:rPr lang="ru-RU" smtClean="0"/>
              <a:t>22.12.2025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CBB6835A-4569-E82B-A6FF-3381A900705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D93F32A7-DDF7-B370-72DC-014E778F490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D988EE6-95ED-481D-A086-8C6A70904ED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998799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61CE6868-E3FA-B114-974C-69F0888B7808}"/>
              </a:ext>
            </a:extLst>
          </p:cNvPr>
          <p:cNvSpPr/>
          <p:nvPr/>
        </p:nvSpPr>
        <p:spPr>
          <a:xfrm>
            <a:off x="3835400" y="4191000"/>
            <a:ext cx="1490133" cy="52493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9E625940-A1B0-D317-9E4A-DCF35619ED0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02109" y="313266"/>
            <a:ext cx="6825423" cy="6873754"/>
          </a:xfrm>
          <a:prstGeom prst="rect">
            <a:avLst/>
          </a:prstGeom>
        </p:spPr>
      </p:pic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F913A014-8726-0F39-576F-56270E424616}"/>
              </a:ext>
            </a:extLst>
          </p:cNvPr>
          <p:cNvSpPr/>
          <p:nvPr/>
        </p:nvSpPr>
        <p:spPr>
          <a:xfrm>
            <a:off x="4207932" y="3429000"/>
            <a:ext cx="491067" cy="2531533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vert="wordArtVert" rtlCol="0" anchor="ctr"/>
          <a:lstStyle/>
          <a:p>
            <a:pPr algn="ctr"/>
            <a:r>
              <a:rPr lang="en-US" sz="2800" dirty="0">
                <a:solidFill>
                  <a:srgbClr val="FF3300"/>
                </a:solidFill>
                <a:latin typeface="Rockwell Extra Bold" panose="02060903040505020403" pitchFamily="18" charset="0"/>
              </a:rPr>
              <a:t>L</a:t>
            </a:r>
            <a:r>
              <a:rPr lang="en-US" sz="2800" dirty="0">
                <a:solidFill>
                  <a:schemeClr val="bg1">
                    <a:lumMod val="50000"/>
                  </a:schemeClr>
                </a:solidFill>
                <a:latin typeface="Rockwell Extra Bold" panose="02060903040505020403" pitchFamily="18" charset="0"/>
              </a:rPr>
              <a:t>eny</a:t>
            </a:r>
            <a:endParaRPr lang="ru-RU" sz="28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47B3639F-3024-8275-7327-A5DC7CE8F4EE}"/>
              </a:ext>
            </a:extLst>
          </p:cNvPr>
          <p:cNvSpPr/>
          <p:nvPr/>
        </p:nvSpPr>
        <p:spPr>
          <a:xfrm>
            <a:off x="4902199" y="3428999"/>
            <a:ext cx="491067" cy="2531533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vert="wordArtVert" rtlCol="0" anchor="ctr"/>
          <a:lstStyle/>
          <a:p>
            <a:pPr algn="ctr"/>
            <a:r>
              <a:rPr lang="en-US" sz="2800" dirty="0" err="1">
                <a:solidFill>
                  <a:srgbClr val="FF0000"/>
                </a:solidFill>
                <a:latin typeface="Rockwell Extra Bold" panose="02060903040505020403" pitchFamily="18" charset="0"/>
              </a:rPr>
              <a:t>O</a:t>
            </a:r>
            <a:r>
              <a:rPr lang="en-US" sz="2800" dirty="0" err="1">
                <a:solidFill>
                  <a:schemeClr val="bg1"/>
                </a:solidFill>
                <a:latin typeface="Rockwell Extra Bold" panose="02060903040505020403" pitchFamily="18" charset="0"/>
              </a:rPr>
              <a:t>eny</a:t>
            </a:r>
            <a:endParaRPr lang="ru-RU" sz="2800" dirty="0">
              <a:solidFill>
                <a:schemeClr val="bg1"/>
              </a:solidFill>
            </a:endParaRPr>
          </a:p>
        </p:txBody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7E759C72-F11F-BB08-89F0-547581E8BD75}"/>
              </a:ext>
            </a:extLst>
          </p:cNvPr>
          <p:cNvSpPr/>
          <p:nvPr/>
        </p:nvSpPr>
        <p:spPr>
          <a:xfrm>
            <a:off x="5571710" y="3428998"/>
            <a:ext cx="491067" cy="2531533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vert="wordArtVert" rtlCol="0" anchor="ctr"/>
          <a:lstStyle/>
          <a:p>
            <a:pPr algn="ctr"/>
            <a:r>
              <a:rPr lang="en-US" sz="2800" dirty="0">
                <a:solidFill>
                  <a:srgbClr val="FF0000"/>
                </a:solidFill>
                <a:latin typeface="Rockwell Extra Bold" panose="02060903040505020403" pitchFamily="18" charset="0"/>
              </a:rPr>
              <a:t>L</a:t>
            </a:r>
            <a:r>
              <a:rPr lang="en-US" sz="2800" dirty="0">
                <a:solidFill>
                  <a:schemeClr val="bg1">
                    <a:lumMod val="50000"/>
                  </a:schemeClr>
                </a:solidFill>
                <a:latin typeface="Rockwell Extra Bold" panose="02060903040505020403" pitchFamily="18" charset="0"/>
              </a:rPr>
              <a:t>eny</a:t>
            </a:r>
            <a:endParaRPr lang="ru-RU" sz="2800" dirty="0">
              <a:solidFill>
                <a:schemeClr val="bg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90395870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</TotalTime>
  <Words>4</Words>
  <Application>Microsoft Office PowerPoint</Application>
  <PresentationFormat>Широкоэкранный</PresentationFormat>
  <Paragraphs>4</Paragraphs>
  <Slides>1</Slides>
  <Notes>1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</vt:i4>
      </vt:variant>
    </vt:vector>
  </HeadingPairs>
  <TitlesOfParts>
    <vt:vector size="6" baseType="lpstr">
      <vt:lpstr>Arial</vt:lpstr>
      <vt:lpstr>Calibri</vt:lpstr>
      <vt:lpstr>Calibri Light</vt:lpstr>
      <vt:lpstr>Rockwell Extra Bold</vt:lpstr>
      <vt:lpstr>Тема Office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Карина Костаусова</dc:creator>
  <cp:lastModifiedBy>Карина Костаусова</cp:lastModifiedBy>
  <cp:revision>3</cp:revision>
  <dcterms:created xsi:type="dcterms:W3CDTF">2025-11-24T14:57:42Z</dcterms:created>
  <dcterms:modified xsi:type="dcterms:W3CDTF">2025-12-22T14:34:01Z</dcterms:modified>
</cp:coreProperties>
</file>